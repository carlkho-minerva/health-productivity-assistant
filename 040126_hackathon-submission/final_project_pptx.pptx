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3" Type="http://schemas.openxmlformats.org/officeDocument/2006/relationships/viewProps" Target="viewProps.xml" /><Relationship Id="rId12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15" Type="http://schemas.openxmlformats.org/officeDocument/2006/relationships/tableStyles" Target="tableStyles.xml" /><Relationship Id="rId14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Health Passport ADK — Final Slide Content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i="1"/>
              <a:t>Google Cloud GenAI Academy APAC | Updated for final hackathon submission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Slide 1 — Problem + Idea</a:t>
            </a:r>
          </a:p>
          <a:p>
            <a:pPr lvl="0" indent="0" marL="0">
              <a:buNone/>
            </a:pPr>
            <a:r>
              <a:rPr b="1"/>
              <a:t>Project Name:</a:t>
            </a:r>
            <a:r>
              <a:rPr/>
              <a:t> Health Passport AI</a:t>
            </a:r>
          </a:p>
          <a:p>
            <a:pPr lvl="0" indent="0" marL="0">
              <a:buNone/>
            </a:pPr>
            <a:r>
              <a:rPr b="1"/>
              <a:t>Problem Statement:</a:t>
            </a:r>
            <a:r>
              <a:rPr/>
              <a:t> Medical history is fragmented across hospitals, cities, camera rolls, paper receipts, lab PDFs, and memory. Patients repeatedly re-explain medications, prescriptions, and recent lab values during every new consultation.</a:t>
            </a:r>
          </a:p>
          <a:p>
            <a:pPr lvl="0" indent="0" marL="0">
              <a:buNone/>
            </a:pPr>
            <a:r>
              <a:rPr b="1"/>
              <a:t>Short validation lines to say on-slide:</a:t>
            </a:r>
            <a:r>
              <a:rPr/>
              <a:t> - Patients often cannot accurately recall their medication names and dosages. - Incomplete patient-reported history contributes to preventable clinical errors. - Health records are still frequently trapped in paper, PDF, or image form. - Privacy concerns stop many users from adopting cloud-only health apps.</a:t>
            </a:r>
          </a:p>
          <a:p>
            <a:pPr lvl="0" indent="0" marL="0">
              <a:buNone/>
            </a:pPr>
            <a:r>
              <a:rPr b="1"/>
              <a:t>Solution:</a:t>
            </a:r>
            <a:r>
              <a:rPr/>
              <a:t> Health Passport is a privacy-first health record assistant with two layers:</a:t>
            </a:r>
          </a:p>
          <a:p>
            <a:pPr lvl="0" indent="-342900" marL="342900">
              <a:buAutoNum type="arabicPeriod"/>
            </a:pPr>
            <a:r>
              <a:rPr b="1"/>
              <a:t>Capture layer (existing Android app):</a:t>
            </a:r>
            <a:r>
              <a:rPr/>
              <a:t> on-device document capture and structuring</a:t>
            </a:r>
          </a:p>
          <a:p>
            <a:pPr lvl="0" indent="-342900" marL="342900">
              <a:buAutoNum type="arabicPeriod"/>
            </a:pPr>
            <a:r>
              <a:rPr b="1"/>
              <a:t>Query layer (new ADK agent):</a:t>
            </a:r>
            <a:r>
              <a:rPr/>
              <a:t> natural-language Q&amp;A over structured health records on Cloud Run</a:t>
            </a:r>
          </a:p>
          <a:p>
            <a:pPr lvl="0" indent="0" marL="0">
              <a:buNone/>
            </a:pPr>
            <a:r>
              <a:rPr b="1"/>
              <a:t>Core idea:</a:t>
            </a:r>
            <a:r>
              <a:rPr/>
              <a:t> Keep raw capture private, but make records queryable with Gemini.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Slide 2 — Architecture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3568700" y="203200"/>
          <a:ext cx="5105400" cy="4381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01800"/>
                <a:gridCol w="1701800"/>
                <a:gridCol w="17018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Layer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What it does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Tech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Mobile capture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Converts medical documents into structured records on-device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Android app + VLM pipeline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Health vault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Stores normalized markdown records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Editable </a:t>
                      </a:r>
                      <a:r>
                        <a:rPr>
                          <a:latin typeface="Courier"/>
                        </a:rPr>
                        <a:t>.md</a:t>
                      </a:r>
                      <a:r>
                        <a:rPr/>
                        <a:t> files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Query agent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Answers questions, updates records, cites sources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Google ADK + Gemini 3 Flash Preview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API + UI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Serves chat, files, image, and audio flows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FastAPI + custom web UI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Deployment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Public serverless runtime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Google Cloud Run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Privacy split:</a:t>
            </a:r>
            <a:r>
              <a:rPr/>
              <a:t> - Raw document capture stays local-first - Cloud side works on structured records and user queries - Source citations and editable prompts keep the system transparent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Slide 3 — What I Built</a:t>
            </a:r>
          </a:p>
          <a:p>
            <a:pPr lvl="0" indent="0" marL="0">
              <a:buNone/>
            </a:pPr>
            <a:r>
              <a:rPr b="1"/>
              <a:t>Final prototype capabilities:</a:t>
            </a:r>
          </a:p>
          <a:p>
            <a:pPr lvl="0"/>
            <a:r>
              <a:rPr/>
              <a:t>Natural-language health Q&amp;A</a:t>
            </a:r>
          </a:p>
          <a:p>
            <a:pPr lvl="0"/>
            <a:r>
              <a:rPr/>
              <a:t>Table-based answers for labs, meds, vitals, appointments, and vaccines</a:t>
            </a:r>
          </a:p>
          <a:p>
            <a:pPr lvl="0"/>
            <a:r>
              <a:rPr/>
              <a:t>Clickable source citations that open the exact record file</a:t>
            </a:r>
          </a:p>
          <a:p>
            <a:pPr lvl="0"/>
            <a:r>
              <a:rPr/>
              <a:t>Editable Files tab for raw markdown records</a:t>
            </a:r>
          </a:p>
          <a:p>
            <a:pPr lvl="0"/>
            <a:r>
              <a:rPr/>
              <a:t>AI-powered file writing and patching</a:t>
            </a:r>
          </a:p>
          <a:p>
            <a:pPr lvl="0"/>
            <a:r>
              <a:rPr/>
              <a:t>Image upload for lab/photo extraction</a:t>
            </a:r>
          </a:p>
          <a:p>
            <a:pPr lvl="0"/>
            <a:r>
              <a:rPr/>
              <a:t>Audio / voice-note input using Gemini multimodal support</a:t>
            </a:r>
          </a:p>
          <a:p>
            <a:pPr lvl="0"/>
            <a:r>
              <a:rPr/>
              <a:t>Editable backend prompt stack visible in the app</a:t>
            </a:r>
          </a:p>
          <a:p>
            <a:pPr lvl="0"/>
            <a:r>
              <a:rPr/>
              <a:t>Dev mode that opens ADK Studio locally for inspection</a:t>
            </a:r>
          </a:p>
          <a:p>
            <a:pPr lvl="0" indent="0" marL="0">
              <a:buNone/>
            </a:pPr>
            <a:r>
              <a:rPr b="1"/>
              <a:t>Why this is not a toy demo:</a:t>
            </a:r>
            <a:r>
              <a:rPr/>
              <a:t> - Public Cloud Run deployment - Working GitHub repository - Real ADK tool-calling workflow - Multimodal input in one agent - Transparent prompt stack instead of a hidden black box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Slide 4 — End-to-End Flow</a:t>
            </a:r>
          </a:p>
          <a:p>
            <a:pPr lvl="0" indent="0">
              <a:buNone/>
            </a:pPr>
            <a:r>
              <a:rPr>
                <a:latin typeface="Courier"/>
              </a:rPr>
              <a:t>User asks a question / attaches image / records a voice note
        ↓
FastAPI app packages text + multimodal attachments
        ↓
ADK Runner sends request to Gemini 3 Flash Preview
        ↓
Agent calls search_health_records()
        ↓
If user requests an update:
  patch_health_record() or write_health_record()
        ↓
Gemini returns a structured answer with source citations
        ↓
User clicks Source → exact file opens in Files tab</a:t>
            </a:r>
          </a:p>
          <a:p>
            <a:pPr lvl="0" indent="0" marL="0">
              <a:buNone/>
            </a:pPr>
            <a:r>
              <a:rPr b="1"/>
              <a:t>Example queries:</a:t>
            </a:r>
            <a:r>
              <a:rPr/>
              <a:t> - “What is my current eye prescription?” - “Latest lab results?” - “My cholesterol is 102 now, update it.” - “Extract this lab image and save it.” - “Summarise this voice note and add it to my records.”</a:t>
            </a:r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Slide 5 — Feature List + Outcomes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3568700" y="203200"/>
          <a:ext cx="5105400" cy="4381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52700"/>
                <a:gridCol w="25527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Feature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Outcome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Search across health vault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Fast retrieval across multiple record types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Table-first output style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Easy for doctors/users to scan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Clickable source chips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Verifiable answers, no hidden citations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Files tab editor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Manual transparency + quick correction workflow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AI patch/write tools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Users can update records from chat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Image input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Turns visual reports into structured data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Audio input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Supports spoken notes and quick updates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Editable prompt files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Makes backend behavior inspectable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Cloud Run deployment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Public, shareable submission URL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Current vault categories in prototype:</a:t>
            </a:r>
            <a:r>
              <a:rPr/>
              <a:t> allergies, appointments, biometrics, conditions, eyes, labs, medical expenses, medications, therapy, vaccinations, and prompt files.</a:t>
            </a:r>
          </a:p>
        </p:txBody>
      </p:sp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Slide 6 — Technologies + Submission Links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3568700" y="203200"/>
          <a:ext cx="5105400" cy="4381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52700"/>
                <a:gridCol w="25527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Layer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Technology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Agent framework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Google ADK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Model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Gemini 3 Flash Preview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Backend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FastAPI + Python 3.11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Frontend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Custom HTML/CSS/JS chat UI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Multimodal inputs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Text, image, audio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Deployment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Google Cloud Run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Repository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GitHub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Submission links:</a:t>
            </a:r>
            <a:r>
              <a:rPr/>
              <a:t> - Cloud Run: https://health-record-agent-hd4kqp35da-uc.a.run.app - GitHub: https://github.com/CarlKho-Minerva/health-productivity-assistant</a:t>
            </a:r>
          </a:p>
          <a:p>
            <a:pPr lvl="0" indent="0" marL="0">
              <a:buNone/>
            </a:pPr>
            <a:r>
              <a:rPr b="1"/>
              <a:t>Closing line:</a:t>
            </a:r>
            <a:r>
              <a:rPr/>
              <a:t> Health Passport turns scattered medical history into a portable, privacy-aware, queryable health record system built with ADK and Gemini.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keywords/>
  <dcterms:created xsi:type="dcterms:W3CDTF">2026-04-08T10:25:45Z</dcterms:created>
  <dcterms:modified xsi:type="dcterms:W3CDTF">2026-04-08T10:25:45Z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